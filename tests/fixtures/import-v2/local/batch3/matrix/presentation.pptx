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f4282a3fbe41a4" /><Relationship Type="http://schemas.openxmlformats.org/officeDocument/2006/relationships/extended-properties" Target="/docProps/app.xml" Id="R5e032f665b644135" /><Relationship Type="http://schemas.openxmlformats.org/officeDocument/2006/relationships/officeDocument" Target="/ppt/presentation.xml" Id="R33f0bb7f8fbc43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e7d4f88db94ebc"/>
  </p:sldMasterIdLst>
  <p:notesMasterIdLst>
    <p:notesMasterId xmlns:r="http://schemas.openxmlformats.org/officeDocument/2006/relationships" r:id="R7985f19a633e44a6"/>
  </p:notesMasterIdLst>
  <p:sldIdLst>
    <p:sldId xmlns:r="http://schemas.openxmlformats.org/officeDocument/2006/relationships" id="256" r:id="R35f855f88d034e11"/>
    <p:sldId xmlns:r="http://schemas.openxmlformats.org/officeDocument/2006/relationships" id="257" r:id="R72715b18914440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531b6ca74b4089" /><Relationship Type="http://schemas.openxmlformats.org/officeDocument/2006/relationships/slideMaster" Target="/ppt/slideMasters/slideMaster1.xml" Id="R33e7d4f88db94ebc" /><Relationship Type="http://schemas.openxmlformats.org/officeDocument/2006/relationships/notesMaster" Target="/ppt/notesMasters/notesMaster1.xml" Id="R7985f19a633e44a6" /><Relationship Type="http://schemas.openxmlformats.org/officeDocument/2006/relationships/presProps" Target="/ppt/presProps.xml" Id="Reedb4da55c48470e" /><Relationship Type="http://schemas.openxmlformats.org/officeDocument/2006/relationships/tableStyles" Target="/ppt/tableStyles.xml" Id="R7950bbdd83e94fce" /><Relationship Type="http://schemas.openxmlformats.org/officeDocument/2006/relationships/slide" Target="/ppt/slides/slide1.xml" Id="R35f855f88d034e11" /><Relationship Type="http://schemas.openxmlformats.org/officeDocument/2006/relationships/slide" Target="/ppt/slides/slide2.xml" Id="R72715b18914440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5dae1e22f45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f1eb85933c4810" /><Relationship Type="http://schemas.openxmlformats.org/officeDocument/2006/relationships/notesMaster" Target="/ppt/notesMasters/notesMaster1.xml" Id="Rda6a2bd83e9d43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9f20bc22a5419e" /><Relationship Type="http://schemas.openxmlformats.org/officeDocument/2006/relationships/notesMaster" Target="/ppt/notesMasters/notesMaster1.xml" Id="R794fb5a1aff0445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preserve this note beside slide one.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fixture: tests/fixtures/import-v2/local/assets/示意图.svg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Speaker note: second slide note.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85f86157645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5c8ee0d2394c27" /><Relationship Type="http://schemas.openxmlformats.org/officeDocument/2006/relationships/slideLayout" Target="/ppt/slideLayouts/slideLayout1.xml" Id="R587297df261b4f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7297df261b4f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b6c360df94f21" /><Relationship Type="http://schemas.openxmlformats.org/officeDocument/2006/relationships/image" Target="/ppt/media/image.png" Id="R8800f90f5ddd457d" /><Relationship Type="http://schemas.openxmlformats.org/officeDocument/2006/relationships/image" Target="/ppt/media/image.svg" Id="Reb41889c46e247ca" /><Relationship Type="http://schemas.openxmlformats.org/officeDocument/2006/relationships/notesSlide" Target="/ppt/notesSlides/notesSlide1.xml" Id="R173d47f9e5bb41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b6adbfaf44418" /><Relationship Type="http://schemas.openxmlformats.org/officeDocument/2006/relationships/notesSlide" Target="/ppt/notesSlides/notesSlide2.xml" Id="Rf55d179bf458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one-title">
            <a:extLst xmlns:a="http://schemas.openxmlformats.org/drawingml/2006/main">
              <a:ext uri="{FF2B5EF4-FFF2-40B4-BE49-F238E27FC236}">
                <a16:creationId xmlns:a16="http://schemas.microsoft.com/office/drawing/2014/main" id="{0AFDDCD9-460F-4F06-BAFB-2301060A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真实 PPTX 提取夹具</a:t>
            </a:r>
          </a:p>
        </p:txBody>
      </p:sp>
      <p:sp>
        <p:nvSpPr>
          <p:cNvPr id="2" name="slide-one-body">
            <a:extLst xmlns:a="http://schemas.openxmlformats.org/drawingml/2006/main">
              <a:ext uri="{FF2B5EF4-FFF2-40B4-BE49-F238E27FC236}">
                <a16:creationId xmlns:a16="http://schemas.microsoft.com/office/drawing/2014/main" id="{3E2216EA-7918-4AAA-8274-1BFDE754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14158"/>
                </a:solidFill>
              </a:defRPr>
            </a:pPr>
            <a:r>
              <a:rPr sz="2100">
                <a:solidFill>
                  <a:srgbClr val="314158"/>
                </a:solidFill>
              </a:rPr>
              <a:t>第一页包含正文、仓库内图片和演讲者备注。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0f90f5ddd457d">
            <a:extLst>
              <a:ext uri="{96DAC541-7B7A-43D3-8B79-37D633B846F1}">
                <asvg:svgBlip xmlns:asvg="http://schemas.microsoft.com/office/drawing/2016/SVG/main" r:embed="Reb41889c46e247c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96250" y="1714500"/>
            <a:ext cx="2857500" cy="2476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20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lide-two-title">
            <a:extLst xmlns:a="http://schemas.openxmlformats.org/drawingml/2006/main">
              <a:ext uri="{FF2B5EF4-FFF2-40B4-BE49-F238E27FC236}">
                <a16:creationId xmlns:a16="http://schemas.microsoft.com/office/drawing/2014/main" id="{45348C2B-7650-492C-8C8B-22525056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第二页验证顺序</a:t>
            </a:r>
          </a:p>
        </p:txBody>
      </p:sp>
      <p:sp>
        <p:nvSpPr>
          <p:cNvPr id="2" name="slide-two-body">
            <a:extLst xmlns:a="http://schemas.openxmlformats.org/drawingml/2006/main">
              <a:ext uri="{FF2B5EF4-FFF2-40B4-BE49-F238E27FC236}">
                <a16:creationId xmlns:a16="http://schemas.microsoft.com/office/drawing/2014/main" id="{D8B10580-1995-4417-91C5-B8F14444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14158"/>
                </a:solidFill>
              </a:defRPr>
            </a:pPr>
            <a:r>
              <a:rPr sz="2100">
                <a:solidFill>
                  <a:srgbClr val="314158"/>
                </a:solidFill>
              </a:rPr>
              <a:t>提取结果必须按 Slide 1、Slide 2 的顺序输出。</a:t>
            </a:r>
          </a:p>
        </p:txBody>
      </p:sp>
    </p:spTree>
    <p:extLst>
      <p:ext uri="{BB962C8B-B14F-4D97-AF65-F5344CB8AC3E}">
        <p14:creationId xmlns:p14="http://schemas.microsoft.com/office/powerpoint/2010/main" val="10369763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2026-07-26T08:27:06.0080000Z</dcterms:created>
  <dcterms:modified xsi:type="dcterms:W3CDTF">2026-07-26T08:27:06.0080000Z</dcterms:modified>
</coreProperties>
</file>