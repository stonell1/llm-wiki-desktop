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第一页没有图片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用于证明图片不会被错误归到第一页。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第二页包含真实图片</a:t>
            </a:r>
            <a:endParaRPr lang="en-US" sz="2800" dirty="0"/>
          </a:p>
        </p:txBody>
      </p:sp>
      <p:pic>
        <p:nvPicPr>
          <p:cNvPr id="3" name="Image 0" descr="D:\Users\Aletta\Desktop\Works\llm-wiki-desktop\tests\fixtures\import-v2\local\batch3\image-with-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on second slide</dc:title>
  <dc:subject>Batch 3 PPTX slide relationship fixture</dc:subject>
  <dc:creator>LLM Wiki Desktop</dc:creator>
  <cp:lastModifiedBy>LLM Wiki Desktop</cp:lastModifiedBy>
  <cp:revision>1</cp:revision>
  <dcterms:created xsi:type="dcterms:W3CDTF">2026-07-26T10:45:15Z</dcterms:created>
  <dcterms:modified xsi:type="dcterms:W3CDTF">2026-07-26T10:45:15Z</dcterms:modified>
</cp:coreProperties>
</file>